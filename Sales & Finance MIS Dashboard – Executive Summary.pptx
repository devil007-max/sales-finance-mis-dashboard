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effectLst>
            <a:outerShdw blurRad="50800" dir="14400000" algn="ctr" rotWithShape="0">
              <a:schemeClr val="bg1">
                <a:alpha val="6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8E058-1807-1F5A-494B-10FA3AD605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Sales &amp; Finance MIS Dashboard – Executive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5F931-6647-706C-EAFF-1E2E454A56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Excel-based MIS project for management reporting &amp;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391042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DD3EB-4298-B165-434A-2FA072193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DataSet</a:t>
            </a:r>
            <a:r>
              <a:rPr lang="en-IN" dirty="0"/>
              <a:t> Sample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ACD8B3-F41C-2C0B-3B5C-F373FE6C8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2976" y="2222500"/>
            <a:ext cx="6846047" cy="363696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317483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29C7C4-5419-3DD8-1312-07F81D2B2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SNAPSHOT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52D63DB-622B-E265-E389-3436B435FF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39149" y="851053"/>
            <a:ext cx="7364361" cy="4704172"/>
          </a:xfrm>
          <a:prstGeom prst="rect">
            <a:avLst/>
          </a:prstGeom>
          <a:effectLst/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B6506AE1-5698-AE83-7870-122CF566756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Sales vs Profit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Region-wise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 profitability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Discount impact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Slicers (Month, Region)</a:t>
            </a:r>
          </a:p>
        </p:txBody>
      </p:sp>
    </p:spTree>
    <p:extLst>
      <p:ext uri="{BB962C8B-B14F-4D97-AF65-F5344CB8AC3E}">
        <p14:creationId xmlns:p14="http://schemas.microsoft.com/office/powerpoint/2010/main" val="3384027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9EE2B-C5FB-1FF9-B73D-090CED6A0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Role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D4489EE-8237-4C54-DD38-D97E16D97D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72975" y="2505813"/>
            <a:ext cx="3817951" cy="1295512"/>
          </a:xfrm>
          <a:prstGeom prst="rect">
            <a:avLst/>
          </a:prstGeom>
          <a:effectLst/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207220-85F6-5105-F76E-03178C9D4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Built a Customer MIS Search Panel using dropdowns, XLOOKUP, and SUMIFS to instantly retrieve customer-level sales, profit, segment, region, and credit limit.</a:t>
            </a:r>
            <a:br>
              <a:rPr lang="en-US" dirty="0"/>
            </a:br>
            <a:br>
              <a:rPr lang="en-US" dirty="0"/>
            </a:br>
            <a:br>
              <a:rPr lang="en-US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65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C9F27-F1B7-1041-0913-0621E538D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Business Insights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92314E-4C93-2EC7-FDA3-0E6CD7ACD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Sales show an overall upward trend, but profit fluctuates due to margin pressure  </a:t>
            </a:r>
          </a:p>
          <a:p>
            <a:r>
              <a:rPr lang="en-US" dirty="0"/>
              <a:t>• High discounts increase sales volume but reduce overall profitability  </a:t>
            </a:r>
          </a:p>
          <a:p>
            <a:r>
              <a:rPr lang="en-US" dirty="0"/>
              <a:t>• West &amp; East regions contribute maximum revenue and profit  </a:t>
            </a:r>
          </a:p>
          <a:p>
            <a:r>
              <a:rPr lang="en-US" dirty="0"/>
              <a:t>• Certain categories drive profit, while others need margin control  </a:t>
            </a:r>
          </a:p>
          <a:p>
            <a:r>
              <a:rPr lang="en-US" dirty="0"/>
              <a:t>• Monthly profit monitoring is critical, not just sales growth </a:t>
            </a:r>
          </a:p>
        </p:txBody>
      </p:sp>
    </p:spTree>
    <p:extLst>
      <p:ext uri="{BB962C8B-B14F-4D97-AF65-F5344CB8AC3E}">
        <p14:creationId xmlns:p14="http://schemas.microsoft.com/office/powerpoint/2010/main" val="1993483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50F4-067A-3C62-E679-A632AE54B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&amp; Skills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EBDFF-5200-DC65-A54A-937240DCC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Advanced Excel | Power Query | Pivot Tables | XLOOKUP | SUMIFS | MIS Dashboard | Finance Reporting</a:t>
            </a:r>
          </a:p>
          <a:p>
            <a:r>
              <a:rPr lang="en-US" dirty="0"/>
              <a:t>My Role : Cleaned and transformed data, built finance-focused MIS reports, created interactive dashboard, and summarized insights for management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6107021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_win32_v2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_win32_v2" id="{774FFE37-89CF-4C62-B7CB-36441A09341B}" vid="{B830AAAD-6172-4FB1-BCB8-2D9519D9192B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{0DAA37A2-5DB1-41D4-93EF-FB9FF404EF94}TF422d6a94-b412-4b4b-8b36-ccdb9da8dac8d8130915_win32-3b4bd71c511d</Template>
  <TotalTime>9</TotalTime>
  <Words>177</Words>
  <Application>Microsoft Office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2</vt:lpstr>
      <vt:lpstr>Quotable_win32_v2</vt:lpstr>
      <vt:lpstr>Sales &amp; Finance MIS Dashboard – Executive Summary</vt:lpstr>
      <vt:lpstr>DataSet Sample</vt:lpstr>
      <vt:lpstr>DASHBOARD SNAPSHOT</vt:lpstr>
      <vt:lpstr>My Role</vt:lpstr>
      <vt:lpstr>Key Business Insights</vt:lpstr>
      <vt:lpstr>Tools &amp; Skills Used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Divyam Mahant</dc:creator>
  <cp:lastModifiedBy>Divyam Mahant</cp:lastModifiedBy>
  <cp:revision>4</cp:revision>
  <dcterms:created xsi:type="dcterms:W3CDTF">2025-12-30T15:23:37Z</dcterms:created>
  <dcterms:modified xsi:type="dcterms:W3CDTF">2025-12-30T15:34:24Z</dcterms:modified>
</cp:coreProperties>
</file>